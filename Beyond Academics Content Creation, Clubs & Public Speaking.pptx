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uli Ultra-Bold" charset="1" panose="00000900000000000000"/>
      <p:regular r:id="rId12"/>
    </p:embeddedFont>
    <p:embeddedFont>
      <p:font typeface="Muli Bold" charset="1" panose="00000800000000000000"/>
      <p:regular r:id="rId13"/>
    </p:embeddedFont>
    <p:embeddedFont>
      <p:font typeface="Muli" charset="1" panose="00000500000000000000"/>
      <p:regular r:id="rId14"/>
    </p:embeddedFont>
    <p:embeddedFont>
      <p:font typeface="Muli Bold Italics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https://www.linkedin.com/in/mahi-rupabhinda-17768a243" TargetMode="External" Type="http://schemas.openxmlformats.org/officeDocument/2006/relationships/hyperlink"/><Relationship Id="rId5" Target="https://www.linkedin.com/in/shah-krina?utm_source=share_via&amp;utm_content=profile&amp;utm_medium=member_io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7175" y="6941125"/>
            <a:ext cx="7590520" cy="3345875"/>
          </a:xfrm>
          <a:custGeom>
            <a:avLst/>
            <a:gdLst/>
            <a:ahLst/>
            <a:cxnLst/>
            <a:rect r="r" b="b" t="t" l="l"/>
            <a:pathLst>
              <a:path h="3345875" w="7590520">
                <a:moveTo>
                  <a:pt x="0" y="0"/>
                </a:moveTo>
                <a:lnTo>
                  <a:pt x="7590520" y="0"/>
                </a:lnTo>
                <a:lnTo>
                  <a:pt x="7590520" y="3345875"/>
                </a:lnTo>
                <a:lnTo>
                  <a:pt x="0" y="3345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697480" y="0"/>
            <a:ext cx="7590520" cy="3345875"/>
          </a:xfrm>
          <a:custGeom>
            <a:avLst/>
            <a:gdLst/>
            <a:ahLst/>
            <a:cxnLst/>
            <a:rect r="r" b="b" t="t" l="l"/>
            <a:pathLst>
              <a:path h="3345875" w="7590520">
                <a:moveTo>
                  <a:pt x="7590520" y="3345875"/>
                </a:moveTo>
                <a:lnTo>
                  <a:pt x="0" y="3345875"/>
                </a:lnTo>
                <a:lnTo>
                  <a:pt x="0" y="0"/>
                </a:lnTo>
                <a:lnTo>
                  <a:pt x="7590520" y="0"/>
                </a:lnTo>
                <a:lnTo>
                  <a:pt x="7590520" y="33458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7414507" y="-6721593"/>
            <a:ext cx="14081576" cy="14328946"/>
            <a:chOff x="0" y="0"/>
            <a:chExt cx="18775435" cy="19105262"/>
          </a:xfrm>
        </p:grpSpPr>
        <p:grpSp>
          <p:nvGrpSpPr>
            <p:cNvPr name="Group 5" id="5"/>
            <p:cNvGrpSpPr/>
            <p:nvPr/>
          </p:nvGrpSpPr>
          <p:grpSpPr>
            <a:xfrm rot="-4029521">
              <a:off x="-439874" y="6301441"/>
              <a:ext cx="15736054" cy="8000082"/>
              <a:chOff x="0" y="0"/>
              <a:chExt cx="2428403" cy="12345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-90957">
              <a:off x="2037272" y="8866899"/>
              <a:ext cx="16242519" cy="1219946"/>
              <a:chOff x="0" y="0"/>
              <a:chExt cx="2061456" cy="15483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61456" cy="154832"/>
              </a:xfrm>
              <a:custGeom>
                <a:avLst/>
                <a:gdLst/>
                <a:ahLst/>
                <a:cxnLst/>
                <a:rect r="r" b="b" t="t" l="l"/>
                <a:pathLst>
                  <a:path h="154832" w="2061456">
                    <a:moveTo>
                      <a:pt x="230188" y="0"/>
                    </a:moveTo>
                    <a:lnTo>
                      <a:pt x="2061456" y="0"/>
                    </a:lnTo>
                    <a:lnTo>
                      <a:pt x="1831268" y="154832"/>
                    </a:lnTo>
                    <a:lnTo>
                      <a:pt x="0" y="154832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3199CE">
                  <a:alpha val="43922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254000" y="-38100"/>
                <a:ext cx="1553456" cy="1929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2875618">
              <a:off x="627890" y="4520664"/>
              <a:ext cx="15736054" cy="8000082"/>
              <a:chOff x="0" y="0"/>
              <a:chExt cx="2428403" cy="12345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175DBD">
                  <a:alpha val="32941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3737466">
              <a:off x="-27669" y="5476831"/>
              <a:ext cx="15736054" cy="8000082"/>
              <a:chOff x="0" y="0"/>
              <a:chExt cx="2428403" cy="12345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3199CE">
                  <a:alpha val="32941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1639264">
              <a:off x="1598798" y="3816229"/>
              <a:ext cx="15736054" cy="8000082"/>
              <a:chOff x="0" y="0"/>
              <a:chExt cx="2428403" cy="12345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673135">
              <a:off x="610517" y="2497408"/>
              <a:ext cx="17554400" cy="8000082"/>
              <a:chOff x="0" y="0"/>
              <a:chExt cx="2709012" cy="12345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709012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709012">
                    <a:moveTo>
                      <a:pt x="11485" y="0"/>
                    </a:moveTo>
                    <a:lnTo>
                      <a:pt x="2697527" y="0"/>
                    </a:lnTo>
                    <a:cubicBezTo>
                      <a:pt x="2703870" y="0"/>
                      <a:pt x="2709012" y="5142"/>
                      <a:pt x="2709012" y="11485"/>
                    </a:cubicBezTo>
                    <a:lnTo>
                      <a:pt x="2709012" y="1223095"/>
                    </a:lnTo>
                    <a:cubicBezTo>
                      <a:pt x="2709012" y="1229438"/>
                      <a:pt x="2703870" y="1234580"/>
                      <a:pt x="2697527" y="1234580"/>
                    </a:cubicBezTo>
                    <a:lnTo>
                      <a:pt x="11485" y="1234580"/>
                    </a:lnTo>
                    <a:cubicBezTo>
                      <a:pt x="5142" y="1234580"/>
                      <a:pt x="0" y="1229438"/>
                      <a:pt x="0" y="1223095"/>
                    </a:cubicBezTo>
                    <a:lnTo>
                      <a:pt x="0" y="11485"/>
                    </a:lnTo>
                    <a:cubicBezTo>
                      <a:pt x="0" y="5142"/>
                      <a:pt x="5142" y="0"/>
                      <a:pt x="11485" y="0"/>
                    </a:cubicBezTo>
                    <a:close/>
                  </a:path>
                </a:pathLst>
              </a:custGeom>
              <a:solidFill>
                <a:srgbClr val="175DBD">
                  <a:alpha val="11765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709012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2312825" y="2716773"/>
            <a:ext cx="14081576" cy="14328946"/>
            <a:chOff x="0" y="0"/>
            <a:chExt cx="18775435" cy="19105262"/>
          </a:xfrm>
        </p:grpSpPr>
        <p:grpSp>
          <p:nvGrpSpPr>
            <p:cNvPr name="Group 24" id="24"/>
            <p:cNvGrpSpPr/>
            <p:nvPr/>
          </p:nvGrpSpPr>
          <p:grpSpPr>
            <a:xfrm rot="6770478">
              <a:off x="3479254" y="4803740"/>
              <a:ext cx="15736054" cy="8000082"/>
              <a:chOff x="0" y="0"/>
              <a:chExt cx="2428403" cy="123458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10709042">
              <a:off x="495643" y="9018417"/>
              <a:ext cx="16242519" cy="1219946"/>
              <a:chOff x="0" y="0"/>
              <a:chExt cx="2061456" cy="15483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061456" cy="154832"/>
              </a:xfrm>
              <a:custGeom>
                <a:avLst/>
                <a:gdLst/>
                <a:ahLst/>
                <a:cxnLst/>
                <a:rect r="r" b="b" t="t" l="l"/>
                <a:pathLst>
                  <a:path h="154832" w="2061456">
                    <a:moveTo>
                      <a:pt x="230188" y="0"/>
                    </a:moveTo>
                    <a:lnTo>
                      <a:pt x="2061456" y="0"/>
                    </a:lnTo>
                    <a:lnTo>
                      <a:pt x="1831268" y="154832"/>
                    </a:lnTo>
                    <a:lnTo>
                      <a:pt x="0" y="154832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3199CE">
                  <a:alpha val="43922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254000" y="-38100"/>
                <a:ext cx="1553456" cy="1929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7924381">
              <a:off x="2411490" y="6584516"/>
              <a:ext cx="15736054" cy="8000082"/>
              <a:chOff x="0" y="0"/>
              <a:chExt cx="2428403" cy="12345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175DBD">
                  <a:alpha val="32941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7062533">
              <a:off x="3067050" y="5628349"/>
              <a:ext cx="15736054" cy="8000082"/>
              <a:chOff x="0" y="0"/>
              <a:chExt cx="2428403" cy="123458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3199CE">
                  <a:alpha val="32941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9160735">
              <a:off x="1440582" y="7288951"/>
              <a:ext cx="15736054" cy="8000082"/>
              <a:chOff x="0" y="0"/>
              <a:chExt cx="2428403" cy="12345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12812" y="0"/>
                    </a:moveTo>
                    <a:lnTo>
                      <a:pt x="2415591" y="0"/>
                    </a:lnTo>
                    <a:cubicBezTo>
                      <a:pt x="2418989" y="0"/>
                      <a:pt x="2422248" y="1350"/>
                      <a:pt x="2424651" y="3753"/>
                    </a:cubicBezTo>
                    <a:cubicBezTo>
                      <a:pt x="2427053" y="6155"/>
                      <a:pt x="2428403" y="9414"/>
                      <a:pt x="2428403" y="12812"/>
                    </a:cubicBezTo>
                    <a:lnTo>
                      <a:pt x="2428403" y="1221768"/>
                    </a:lnTo>
                    <a:cubicBezTo>
                      <a:pt x="2428403" y="1228844"/>
                      <a:pt x="2422667" y="1234580"/>
                      <a:pt x="2415591" y="1234580"/>
                    </a:cubicBezTo>
                    <a:lnTo>
                      <a:pt x="12812" y="1234580"/>
                    </a:lnTo>
                    <a:cubicBezTo>
                      <a:pt x="9414" y="1234580"/>
                      <a:pt x="6155" y="1233231"/>
                      <a:pt x="3753" y="1230828"/>
                    </a:cubicBezTo>
                    <a:cubicBezTo>
                      <a:pt x="1350" y="1228425"/>
                      <a:pt x="0" y="1225166"/>
                      <a:pt x="0" y="1221768"/>
                    </a:cubicBezTo>
                    <a:lnTo>
                      <a:pt x="0" y="12812"/>
                    </a:lnTo>
                    <a:cubicBezTo>
                      <a:pt x="0" y="9414"/>
                      <a:pt x="1350" y="6155"/>
                      <a:pt x="3753" y="3753"/>
                    </a:cubicBezTo>
                    <a:cubicBezTo>
                      <a:pt x="6155" y="1350"/>
                      <a:pt x="9414" y="0"/>
                      <a:pt x="12812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10126864">
              <a:off x="610517" y="8607772"/>
              <a:ext cx="17554400" cy="8000082"/>
              <a:chOff x="0" y="0"/>
              <a:chExt cx="2709012" cy="123458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709012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709012">
                    <a:moveTo>
                      <a:pt x="11485" y="0"/>
                    </a:moveTo>
                    <a:lnTo>
                      <a:pt x="2697527" y="0"/>
                    </a:lnTo>
                    <a:cubicBezTo>
                      <a:pt x="2703870" y="0"/>
                      <a:pt x="2709012" y="5142"/>
                      <a:pt x="2709012" y="11485"/>
                    </a:cubicBezTo>
                    <a:lnTo>
                      <a:pt x="2709012" y="1223095"/>
                    </a:lnTo>
                    <a:cubicBezTo>
                      <a:pt x="2709012" y="1229438"/>
                      <a:pt x="2703870" y="1234580"/>
                      <a:pt x="2697527" y="1234580"/>
                    </a:cubicBezTo>
                    <a:lnTo>
                      <a:pt x="11485" y="1234580"/>
                    </a:lnTo>
                    <a:cubicBezTo>
                      <a:pt x="5142" y="1234580"/>
                      <a:pt x="0" y="1229438"/>
                      <a:pt x="0" y="1223095"/>
                    </a:cubicBezTo>
                    <a:lnTo>
                      <a:pt x="0" y="11485"/>
                    </a:lnTo>
                    <a:cubicBezTo>
                      <a:pt x="0" y="5142"/>
                      <a:pt x="5142" y="0"/>
                      <a:pt x="11485" y="0"/>
                    </a:cubicBezTo>
                    <a:close/>
                  </a:path>
                </a:pathLst>
              </a:custGeom>
              <a:solidFill>
                <a:srgbClr val="175DBD">
                  <a:alpha val="11765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709012" cy="1272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4542298" y="5921821"/>
            <a:ext cx="9203404" cy="2038609"/>
            <a:chOff x="0" y="0"/>
            <a:chExt cx="12271205" cy="27181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31785" cy="1748908"/>
            </a:xfrm>
            <a:custGeom>
              <a:avLst/>
              <a:gdLst/>
              <a:ahLst/>
              <a:cxnLst/>
              <a:rect r="r" b="b" t="t" l="l"/>
              <a:pathLst>
                <a:path h="1748908" w="2231785">
                  <a:moveTo>
                    <a:pt x="0" y="0"/>
                  </a:moveTo>
                  <a:lnTo>
                    <a:pt x="2231785" y="0"/>
                  </a:lnTo>
                  <a:lnTo>
                    <a:pt x="2231785" y="1748908"/>
                  </a:lnTo>
                  <a:lnTo>
                    <a:pt x="0" y="1748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true" flipV="true" rot="0">
              <a:off x="10039420" y="969237"/>
              <a:ext cx="2231785" cy="1748908"/>
            </a:xfrm>
            <a:custGeom>
              <a:avLst/>
              <a:gdLst/>
              <a:ahLst/>
              <a:cxnLst/>
              <a:rect r="r" b="b" t="t" l="l"/>
              <a:pathLst>
                <a:path h="1748908" w="2231785">
                  <a:moveTo>
                    <a:pt x="2231785" y="1748908"/>
                  </a:moveTo>
                  <a:lnTo>
                    <a:pt x="0" y="1748908"/>
                  </a:lnTo>
                  <a:lnTo>
                    <a:pt x="0" y="0"/>
                  </a:lnTo>
                  <a:lnTo>
                    <a:pt x="2231785" y="0"/>
                  </a:lnTo>
                  <a:lnTo>
                    <a:pt x="2231785" y="1748908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5" id="45"/>
            <p:cNvGrpSpPr/>
            <p:nvPr/>
          </p:nvGrpSpPr>
          <p:grpSpPr>
            <a:xfrm rot="0">
              <a:off x="551563" y="444101"/>
              <a:ext cx="11168078" cy="1748444"/>
              <a:chOff x="0" y="0"/>
              <a:chExt cx="927682" cy="14523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27682" cy="145235"/>
              </a:xfrm>
              <a:custGeom>
                <a:avLst/>
                <a:gdLst/>
                <a:ahLst/>
                <a:cxnLst/>
                <a:rect r="r" b="b" t="t" l="l"/>
                <a:pathLst>
                  <a:path h="145235" w="927682">
                    <a:moveTo>
                      <a:pt x="0" y="0"/>
                    </a:moveTo>
                    <a:lnTo>
                      <a:pt x="927682" y="0"/>
                    </a:lnTo>
                    <a:lnTo>
                      <a:pt x="927682" y="145235"/>
                    </a:lnTo>
                    <a:lnTo>
                      <a:pt x="0" y="145235"/>
                    </a:lnTo>
                    <a:close/>
                  </a:path>
                </a:pathLst>
              </a:custGeom>
              <a:solidFill>
                <a:srgbClr val="77E8FF">
                  <a:alpha val="10980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927682" cy="183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3251814" y="1999369"/>
            <a:ext cx="10761723" cy="259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b="true" sz="5012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BEYOND ACADEMICS:</a:t>
            </a:r>
          </a:p>
          <a:p>
            <a:pPr algn="ctr">
              <a:lnSpc>
                <a:spcPts val="7016"/>
              </a:lnSpc>
            </a:pPr>
            <a:r>
              <a:rPr lang="en-US" b="true" sz="5012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 CONTENT CREATION , </a:t>
            </a:r>
            <a:r>
              <a:rPr lang="en-US" b="true" sz="5012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CLUBS &amp; </a:t>
            </a:r>
          </a:p>
          <a:p>
            <a:pPr algn="ctr">
              <a:lnSpc>
                <a:spcPts val="6845"/>
              </a:lnSpc>
            </a:pPr>
            <a:r>
              <a:rPr lang="en-US" b="true" sz="4889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PUBLIC SPEAKING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274464" y="6669662"/>
            <a:ext cx="973907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233">
                <a:solidFill>
                  <a:srgbClr val="0D2648"/>
                </a:solidFill>
                <a:latin typeface="Muli Bold"/>
                <a:ea typeface="Muli Bold"/>
                <a:cs typeface="Muli Bold"/>
                <a:sym typeface="Muli Bold"/>
              </a:rPr>
              <a:t>BY MAHI RUPABHINDA &amp; KRINA SHAH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12745" y="1716788"/>
            <a:ext cx="18526227" cy="18206396"/>
            <a:chOff x="0" y="0"/>
            <a:chExt cx="24701635" cy="24275194"/>
          </a:xfrm>
        </p:grpSpPr>
        <p:grpSp>
          <p:nvGrpSpPr>
            <p:cNvPr name="Group 3" id="3"/>
            <p:cNvGrpSpPr/>
            <p:nvPr/>
          </p:nvGrpSpPr>
          <p:grpSpPr>
            <a:xfrm rot="-9429521">
              <a:off x="3146270" y="9499417"/>
              <a:ext cx="20345509" cy="10343491"/>
              <a:chOff x="0" y="0"/>
              <a:chExt cx="2428403" cy="123458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5490957">
              <a:off x="1752702" y="10352345"/>
              <a:ext cx="21000330" cy="1577296"/>
              <a:chOff x="0" y="0"/>
              <a:chExt cx="2061456" cy="15483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456" cy="154832"/>
              </a:xfrm>
              <a:custGeom>
                <a:avLst/>
                <a:gdLst/>
                <a:ahLst/>
                <a:cxnLst/>
                <a:rect r="r" b="b" t="t" l="l"/>
                <a:pathLst>
                  <a:path h="154832" w="2061456">
                    <a:moveTo>
                      <a:pt x="230188" y="0"/>
                    </a:moveTo>
                    <a:lnTo>
                      <a:pt x="2061456" y="0"/>
                    </a:lnTo>
                    <a:lnTo>
                      <a:pt x="1831268" y="154832"/>
                    </a:lnTo>
                    <a:lnTo>
                      <a:pt x="0" y="154832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3199CE">
                  <a:alpha val="43922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254000" y="-38100"/>
                <a:ext cx="1553456" cy="192932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8275618">
              <a:off x="843863" y="8118880"/>
              <a:ext cx="20345509" cy="10343491"/>
              <a:chOff x="0" y="0"/>
              <a:chExt cx="2428403" cy="12345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175DBD">
                  <a:alpha val="32941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9137466">
              <a:off x="2080113" y="8966468"/>
              <a:ext cx="20345509" cy="10343491"/>
              <a:chOff x="0" y="0"/>
              <a:chExt cx="2428403" cy="12345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3199CE">
                  <a:alpha val="32941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7039264">
              <a:off x="-66918" y="6863571"/>
              <a:ext cx="20345509" cy="10343491"/>
              <a:chOff x="0" y="0"/>
              <a:chExt cx="2428403" cy="12345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6073135">
              <a:off x="-2947544" y="6965852"/>
              <a:ext cx="22696491" cy="10343491"/>
              <a:chOff x="0" y="0"/>
              <a:chExt cx="2709012" cy="123458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709012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709012">
                    <a:moveTo>
                      <a:pt x="8883" y="0"/>
                    </a:moveTo>
                    <a:lnTo>
                      <a:pt x="2700129" y="0"/>
                    </a:lnTo>
                    <a:cubicBezTo>
                      <a:pt x="2702485" y="0"/>
                      <a:pt x="2704745" y="936"/>
                      <a:pt x="2706411" y="2602"/>
                    </a:cubicBezTo>
                    <a:cubicBezTo>
                      <a:pt x="2708077" y="4268"/>
                      <a:pt x="2709012" y="6527"/>
                      <a:pt x="2709012" y="8883"/>
                    </a:cubicBezTo>
                    <a:lnTo>
                      <a:pt x="2709012" y="1225697"/>
                    </a:lnTo>
                    <a:cubicBezTo>
                      <a:pt x="2709012" y="1228053"/>
                      <a:pt x="2708077" y="1230313"/>
                      <a:pt x="2706411" y="1231979"/>
                    </a:cubicBezTo>
                    <a:cubicBezTo>
                      <a:pt x="2704745" y="1233645"/>
                      <a:pt x="2702485" y="1234580"/>
                      <a:pt x="2700129" y="1234580"/>
                    </a:cubicBezTo>
                    <a:lnTo>
                      <a:pt x="8883" y="1234580"/>
                    </a:lnTo>
                    <a:cubicBezTo>
                      <a:pt x="6527" y="1234580"/>
                      <a:pt x="4268" y="1233645"/>
                      <a:pt x="2602" y="1231979"/>
                    </a:cubicBezTo>
                    <a:cubicBezTo>
                      <a:pt x="936" y="1230313"/>
                      <a:pt x="0" y="1228053"/>
                      <a:pt x="0" y="1225697"/>
                    </a:cubicBezTo>
                    <a:lnTo>
                      <a:pt x="0" y="8883"/>
                    </a:lnTo>
                    <a:cubicBezTo>
                      <a:pt x="0" y="6527"/>
                      <a:pt x="936" y="4268"/>
                      <a:pt x="2602" y="2602"/>
                    </a:cubicBezTo>
                    <a:cubicBezTo>
                      <a:pt x="4268" y="936"/>
                      <a:pt x="6527" y="0"/>
                      <a:pt x="8883" y="0"/>
                    </a:cubicBezTo>
                    <a:close/>
                  </a:path>
                </a:pathLst>
              </a:custGeom>
              <a:solidFill>
                <a:srgbClr val="175DBD">
                  <a:alpha val="11765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709012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9474518" y="-9636184"/>
            <a:ext cx="18526227" cy="18206396"/>
            <a:chOff x="0" y="0"/>
            <a:chExt cx="24701635" cy="24275194"/>
          </a:xfrm>
        </p:grpSpPr>
        <p:grpSp>
          <p:nvGrpSpPr>
            <p:cNvPr name="Group 22" id="22"/>
            <p:cNvGrpSpPr/>
            <p:nvPr/>
          </p:nvGrpSpPr>
          <p:grpSpPr>
            <a:xfrm rot="1370478">
              <a:off x="1209857" y="4432286"/>
              <a:ext cx="20345509" cy="10343491"/>
              <a:chOff x="0" y="0"/>
              <a:chExt cx="2428403" cy="12345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309042">
              <a:off x="1948604" y="12345553"/>
              <a:ext cx="21000330" cy="1577296"/>
              <a:chOff x="0" y="0"/>
              <a:chExt cx="2061456" cy="15483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061456" cy="154832"/>
              </a:xfrm>
              <a:custGeom>
                <a:avLst/>
                <a:gdLst/>
                <a:ahLst/>
                <a:cxnLst/>
                <a:rect r="r" b="b" t="t" l="l"/>
                <a:pathLst>
                  <a:path h="154832" w="2061456">
                    <a:moveTo>
                      <a:pt x="230188" y="0"/>
                    </a:moveTo>
                    <a:lnTo>
                      <a:pt x="2061456" y="0"/>
                    </a:lnTo>
                    <a:lnTo>
                      <a:pt x="1831268" y="154832"/>
                    </a:lnTo>
                    <a:lnTo>
                      <a:pt x="0" y="154832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3199CE">
                  <a:alpha val="43922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254000" y="-38100"/>
                <a:ext cx="1553456" cy="192932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2524381">
              <a:off x="3512264" y="5812823"/>
              <a:ext cx="20345509" cy="10343491"/>
              <a:chOff x="0" y="0"/>
              <a:chExt cx="2428403" cy="12345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175DBD">
                  <a:alpha val="32941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1662533">
              <a:off x="2276014" y="4965235"/>
              <a:ext cx="20345509" cy="10343491"/>
              <a:chOff x="0" y="0"/>
              <a:chExt cx="2428403" cy="123458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3199CE">
                  <a:alpha val="32941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3760735">
              <a:off x="4423045" y="7068132"/>
              <a:ext cx="20345509" cy="10343491"/>
              <a:chOff x="0" y="0"/>
              <a:chExt cx="2428403" cy="123458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4726864">
              <a:off x="4952688" y="6965852"/>
              <a:ext cx="22696491" cy="10343491"/>
              <a:chOff x="0" y="0"/>
              <a:chExt cx="2709012" cy="12345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709012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709012">
                    <a:moveTo>
                      <a:pt x="8883" y="0"/>
                    </a:moveTo>
                    <a:lnTo>
                      <a:pt x="2700129" y="0"/>
                    </a:lnTo>
                    <a:cubicBezTo>
                      <a:pt x="2702485" y="0"/>
                      <a:pt x="2704745" y="936"/>
                      <a:pt x="2706411" y="2602"/>
                    </a:cubicBezTo>
                    <a:cubicBezTo>
                      <a:pt x="2708077" y="4268"/>
                      <a:pt x="2709012" y="6527"/>
                      <a:pt x="2709012" y="8883"/>
                    </a:cubicBezTo>
                    <a:lnTo>
                      <a:pt x="2709012" y="1225697"/>
                    </a:lnTo>
                    <a:cubicBezTo>
                      <a:pt x="2709012" y="1228053"/>
                      <a:pt x="2708077" y="1230313"/>
                      <a:pt x="2706411" y="1231979"/>
                    </a:cubicBezTo>
                    <a:cubicBezTo>
                      <a:pt x="2704745" y="1233645"/>
                      <a:pt x="2702485" y="1234580"/>
                      <a:pt x="2700129" y="1234580"/>
                    </a:cubicBezTo>
                    <a:lnTo>
                      <a:pt x="8883" y="1234580"/>
                    </a:lnTo>
                    <a:cubicBezTo>
                      <a:pt x="6527" y="1234580"/>
                      <a:pt x="4268" y="1233645"/>
                      <a:pt x="2602" y="1231979"/>
                    </a:cubicBezTo>
                    <a:cubicBezTo>
                      <a:pt x="936" y="1230313"/>
                      <a:pt x="0" y="1228053"/>
                      <a:pt x="0" y="1225697"/>
                    </a:cubicBezTo>
                    <a:lnTo>
                      <a:pt x="0" y="8883"/>
                    </a:lnTo>
                    <a:cubicBezTo>
                      <a:pt x="0" y="6527"/>
                      <a:pt x="936" y="4268"/>
                      <a:pt x="2602" y="2602"/>
                    </a:cubicBezTo>
                    <a:cubicBezTo>
                      <a:pt x="4268" y="936"/>
                      <a:pt x="6527" y="0"/>
                      <a:pt x="8883" y="0"/>
                    </a:cubicBezTo>
                    <a:close/>
                  </a:path>
                </a:pathLst>
              </a:custGeom>
              <a:solidFill>
                <a:srgbClr val="175DBD">
                  <a:alpha val="11765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2709012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true" flipV="false" rot="0">
            <a:off x="13332174" y="8570212"/>
            <a:ext cx="7315200" cy="2958662"/>
          </a:xfrm>
          <a:custGeom>
            <a:avLst/>
            <a:gdLst/>
            <a:ahLst/>
            <a:cxnLst/>
            <a:rect r="r" b="b" t="t" l="l"/>
            <a:pathLst>
              <a:path h="2958662" w="7315200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true" rot="0">
            <a:off x="-2359374" y="-1241874"/>
            <a:ext cx="7315200" cy="2958662"/>
          </a:xfrm>
          <a:custGeom>
            <a:avLst/>
            <a:gdLst/>
            <a:ahLst/>
            <a:cxnLst/>
            <a:rect r="r" b="b" t="t" l="l"/>
            <a:pathLst>
              <a:path h="2958662" w="7315200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984843" y="1572183"/>
            <a:ext cx="14318314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Content Creation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74391" y="4798802"/>
            <a:ext cx="13278181" cy="356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Examples:</a:t>
            </a:r>
          </a:p>
          <a:p>
            <a:pPr algn="l" marL="755646" indent="-377823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Instagram posts , reels</a:t>
            </a:r>
          </a:p>
          <a:p>
            <a:pPr algn="l" marL="755646" indent="-377823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Photography or art page</a:t>
            </a:r>
          </a:p>
          <a:p>
            <a:pPr algn="l" marL="755646" indent="-377823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Posters</a:t>
            </a:r>
          </a:p>
          <a:p>
            <a:pPr algn="l" marL="755646" indent="-377823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Blogs </a:t>
            </a:r>
          </a:p>
          <a:p>
            <a:pPr algn="ctr">
              <a:lnSpc>
                <a:spcPts val="3919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2504909" y="3427428"/>
            <a:ext cx="1327818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i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Content creation is simply sharing ideas, stories, or information in a</a:t>
            </a:r>
          </a:p>
          <a:p>
            <a:pPr algn="ctr">
              <a:lnSpc>
                <a:spcPts val="4199"/>
              </a:lnSpc>
            </a:pPr>
            <a:r>
              <a:rPr lang="en-US" b="true" sz="2999" i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 creative way.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174391" y="8562553"/>
            <a:ext cx="132781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i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STOP CONSUMING AND START CREATING.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4843" y="1572183"/>
            <a:ext cx="14318314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Tools I used: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84843" y="3572827"/>
            <a:ext cx="13278181" cy="330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4" indent="-410207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Canva for posters making </a:t>
            </a:r>
          </a:p>
          <a:p>
            <a:pPr algn="l" marL="820414" indent="-410207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CapCut/VN for video editing </a:t>
            </a:r>
          </a:p>
          <a:p>
            <a:pPr algn="l" marL="820414" indent="-410207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Photoshop and snapseed for photo editing</a:t>
            </a:r>
          </a:p>
          <a:p>
            <a:pPr algn="l" marL="820414" indent="-410207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Normal phone camera to shoot</a:t>
            </a:r>
          </a:p>
          <a:p>
            <a:pPr algn="l" marL="798825" indent="-399412" lvl="1">
              <a:lnSpc>
                <a:spcPts val="5179"/>
              </a:lnSpc>
              <a:buAutoNum type="arabicPeriod" startAt="1"/>
            </a:pPr>
            <a:r>
              <a:rPr lang="en-US" sz="36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creativity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42260" y="1716788"/>
            <a:ext cx="18526227" cy="18206396"/>
            <a:chOff x="0" y="0"/>
            <a:chExt cx="24701635" cy="24275194"/>
          </a:xfrm>
        </p:grpSpPr>
        <p:grpSp>
          <p:nvGrpSpPr>
            <p:cNvPr name="Group 3" id="3"/>
            <p:cNvGrpSpPr/>
            <p:nvPr/>
          </p:nvGrpSpPr>
          <p:grpSpPr>
            <a:xfrm rot="-9429521">
              <a:off x="3146270" y="9499417"/>
              <a:ext cx="20345509" cy="10343491"/>
              <a:chOff x="0" y="0"/>
              <a:chExt cx="2428403" cy="123458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5490957">
              <a:off x="1752702" y="10352345"/>
              <a:ext cx="21000330" cy="1577296"/>
              <a:chOff x="0" y="0"/>
              <a:chExt cx="2061456" cy="15483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456" cy="154832"/>
              </a:xfrm>
              <a:custGeom>
                <a:avLst/>
                <a:gdLst/>
                <a:ahLst/>
                <a:cxnLst/>
                <a:rect r="r" b="b" t="t" l="l"/>
                <a:pathLst>
                  <a:path h="154832" w="2061456">
                    <a:moveTo>
                      <a:pt x="230188" y="0"/>
                    </a:moveTo>
                    <a:lnTo>
                      <a:pt x="2061456" y="0"/>
                    </a:lnTo>
                    <a:lnTo>
                      <a:pt x="1831268" y="154832"/>
                    </a:lnTo>
                    <a:lnTo>
                      <a:pt x="0" y="154832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3199CE">
                  <a:alpha val="43922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254000" y="-38100"/>
                <a:ext cx="1553456" cy="192932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8275618">
              <a:off x="843863" y="8118880"/>
              <a:ext cx="20345509" cy="10343491"/>
              <a:chOff x="0" y="0"/>
              <a:chExt cx="2428403" cy="12345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175DBD">
                  <a:alpha val="32941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9137466">
              <a:off x="2080113" y="8966468"/>
              <a:ext cx="20345509" cy="10343491"/>
              <a:chOff x="0" y="0"/>
              <a:chExt cx="2428403" cy="12345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3199CE">
                  <a:alpha val="32941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7039264">
              <a:off x="-66918" y="6863571"/>
              <a:ext cx="20345509" cy="10343491"/>
              <a:chOff x="0" y="0"/>
              <a:chExt cx="2428403" cy="12345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6073135">
              <a:off x="-2947544" y="6965852"/>
              <a:ext cx="22696491" cy="10343491"/>
              <a:chOff x="0" y="0"/>
              <a:chExt cx="2709012" cy="123458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709012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709012">
                    <a:moveTo>
                      <a:pt x="8883" y="0"/>
                    </a:moveTo>
                    <a:lnTo>
                      <a:pt x="2700129" y="0"/>
                    </a:lnTo>
                    <a:cubicBezTo>
                      <a:pt x="2702485" y="0"/>
                      <a:pt x="2704745" y="936"/>
                      <a:pt x="2706411" y="2602"/>
                    </a:cubicBezTo>
                    <a:cubicBezTo>
                      <a:pt x="2708077" y="4268"/>
                      <a:pt x="2709012" y="6527"/>
                      <a:pt x="2709012" y="8883"/>
                    </a:cubicBezTo>
                    <a:lnTo>
                      <a:pt x="2709012" y="1225697"/>
                    </a:lnTo>
                    <a:cubicBezTo>
                      <a:pt x="2709012" y="1228053"/>
                      <a:pt x="2708077" y="1230313"/>
                      <a:pt x="2706411" y="1231979"/>
                    </a:cubicBezTo>
                    <a:cubicBezTo>
                      <a:pt x="2704745" y="1233645"/>
                      <a:pt x="2702485" y="1234580"/>
                      <a:pt x="2700129" y="1234580"/>
                    </a:cubicBezTo>
                    <a:lnTo>
                      <a:pt x="8883" y="1234580"/>
                    </a:lnTo>
                    <a:cubicBezTo>
                      <a:pt x="6527" y="1234580"/>
                      <a:pt x="4268" y="1233645"/>
                      <a:pt x="2602" y="1231979"/>
                    </a:cubicBezTo>
                    <a:cubicBezTo>
                      <a:pt x="936" y="1230313"/>
                      <a:pt x="0" y="1228053"/>
                      <a:pt x="0" y="1225697"/>
                    </a:cubicBezTo>
                    <a:lnTo>
                      <a:pt x="0" y="8883"/>
                    </a:lnTo>
                    <a:cubicBezTo>
                      <a:pt x="0" y="6527"/>
                      <a:pt x="936" y="4268"/>
                      <a:pt x="2602" y="2602"/>
                    </a:cubicBezTo>
                    <a:cubicBezTo>
                      <a:pt x="4268" y="936"/>
                      <a:pt x="6527" y="0"/>
                      <a:pt x="8883" y="0"/>
                    </a:cubicBezTo>
                    <a:close/>
                  </a:path>
                </a:pathLst>
              </a:custGeom>
              <a:solidFill>
                <a:srgbClr val="175DBD">
                  <a:alpha val="11765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709012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9446700" y="-9667337"/>
            <a:ext cx="18526227" cy="18206396"/>
            <a:chOff x="0" y="0"/>
            <a:chExt cx="24701635" cy="24275194"/>
          </a:xfrm>
        </p:grpSpPr>
        <p:grpSp>
          <p:nvGrpSpPr>
            <p:cNvPr name="Group 22" id="22"/>
            <p:cNvGrpSpPr/>
            <p:nvPr/>
          </p:nvGrpSpPr>
          <p:grpSpPr>
            <a:xfrm rot="1370478">
              <a:off x="1209857" y="4432286"/>
              <a:ext cx="20345509" cy="10343491"/>
              <a:chOff x="0" y="0"/>
              <a:chExt cx="2428403" cy="12345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309042">
              <a:off x="1948604" y="12345553"/>
              <a:ext cx="21000330" cy="1577296"/>
              <a:chOff x="0" y="0"/>
              <a:chExt cx="2061456" cy="15483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061456" cy="154832"/>
              </a:xfrm>
              <a:custGeom>
                <a:avLst/>
                <a:gdLst/>
                <a:ahLst/>
                <a:cxnLst/>
                <a:rect r="r" b="b" t="t" l="l"/>
                <a:pathLst>
                  <a:path h="154832" w="2061456">
                    <a:moveTo>
                      <a:pt x="230188" y="0"/>
                    </a:moveTo>
                    <a:lnTo>
                      <a:pt x="2061456" y="0"/>
                    </a:lnTo>
                    <a:lnTo>
                      <a:pt x="1831268" y="154832"/>
                    </a:lnTo>
                    <a:lnTo>
                      <a:pt x="0" y="154832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3199CE">
                  <a:alpha val="43922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254000" y="-38100"/>
                <a:ext cx="1553456" cy="192932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2524381">
              <a:off x="3512264" y="5812823"/>
              <a:ext cx="20345509" cy="10343491"/>
              <a:chOff x="0" y="0"/>
              <a:chExt cx="2428403" cy="12345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175DBD">
                  <a:alpha val="32941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1662533">
              <a:off x="2276014" y="4965235"/>
              <a:ext cx="20345509" cy="10343491"/>
              <a:chOff x="0" y="0"/>
              <a:chExt cx="2428403" cy="123458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3199CE">
                  <a:alpha val="32941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3760735">
              <a:off x="4423045" y="7068132"/>
              <a:ext cx="20345509" cy="10343491"/>
              <a:chOff x="0" y="0"/>
              <a:chExt cx="2428403" cy="123458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428403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428403">
                    <a:moveTo>
                      <a:pt x="9909" y="0"/>
                    </a:moveTo>
                    <a:lnTo>
                      <a:pt x="2418494" y="0"/>
                    </a:lnTo>
                    <a:cubicBezTo>
                      <a:pt x="2421122" y="0"/>
                      <a:pt x="2423643" y="1044"/>
                      <a:pt x="2425501" y="2902"/>
                    </a:cubicBezTo>
                    <a:cubicBezTo>
                      <a:pt x="2427359" y="4761"/>
                      <a:pt x="2428403" y="7281"/>
                      <a:pt x="2428403" y="9909"/>
                    </a:cubicBezTo>
                    <a:lnTo>
                      <a:pt x="2428403" y="1224671"/>
                    </a:lnTo>
                    <a:cubicBezTo>
                      <a:pt x="2428403" y="1227299"/>
                      <a:pt x="2427359" y="1229820"/>
                      <a:pt x="2425501" y="1231678"/>
                    </a:cubicBezTo>
                    <a:cubicBezTo>
                      <a:pt x="2423643" y="1233536"/>
                      <a:pt x="2421122" y="1234580"/>
                      <a:pt x="2418494" y="1234580"/>
                    </a:cubicBezTo>
                    <a:lnTo>
                      <a:pt x="9909" y="1234580"/>
                    </a:lnTo>
                    <a:cubicBezTo>
                      <a:pt x="7281" y="1234580"/>
                      <a:pt x="4761" y="1233536"/>
                      <a:pt x="2902" y="1231678"/>
                    </a:cubicBezTo>
                    <a:cubicBezTo>
                      <a:pt x="1044" y="1229820"/>
                      <a:pt x="0" y="1227299"/>
                      <a:pt x="0" y="1224671"/>
                    </a:cubicBezTo>
                    <a:lnTo>
                      <a:pt x="0" y="9909"/>
                    </a:lnTo>
                    <a:cubicBezTo>
                      <a:pt x="0" y="7281"/>
                      <a:pt x="1044" y="4761"/>
                      <a:pt x="2902" y="2902"/>
                    </a:cubicBezTo>
                    <a:cubicBezTo>
                      <a:pt x="4761" y="1044"/>
                      <a:pt x="7281" y="0"/>
                      <a:pt x="9909" y="0"/>
                    </a:cubicBezTo>
                    <a:close/>
                  </a:path>
                </a:pathLst>
              </a:custGeom>
              <a:solidFill>
                <a:srgbClr val="77E8FF">
                  <a:alpha val="32941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428403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4726864">
              <a:off x="4952688" y="6965852"/>
              <a:ext cx="22696491" cy="10343491"/>
              <a:chOff x="0" y="0"/>
              <a:chExt cx="2709012" cy="12345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709012" cy="1234580"/>
              </a:xfrm>
              <a:custGeom>
                <a:avLst/>
                <a:gdLst/>
                <a:ahLst/>
                <a:cxnLst/>
                <a:rect r="r" b="b" t="t" l="l"/>
                <a:pathLst>
                  <a:path h="1234580" w="2709012">
                    <a:moveTo>
                      <a:pt x="8883" y="0"/>
                    </a:moveTo>
                    <a:lnTo>
                      <a:pt x="2700129" y="0"/>
                    </a:lnTo>
                    <a:cubicBezTo>
                      <a:pt x="2702485" y="0"/>
                      <a:pt x="2704745" y="936"/>
                      <a:pt x="2706411" y="2602"/>
                    </a:cubicBezTo>
                    <a:cubicBezTo>
                      <a:pt x="2708077" y="4268"/>
                      <a:pt x="2709012" y="6527"/>
                      <a:pt x="2709012" y="8883"/>
                    </a:cubicBezTo>
                    <a:lnTo>
                      <a:pt x="2709012" y="1225697"/>
                    </a:lnTo>
                    <a:cubicBezTo>
                      <a:pt x="2709012" y="1228053"/>
                      <a:pt x="2708077" y="1230313"/>
                      <a:pt x="2706411" y="1231979"/>
                    </a:cubicBezTo>
                    <a:cubicBezTo>
                      <a:pt x="2704745" y="1233645"/>
                      <a:pt x="2702485" y="1234580"/>
                      <a:pt x="2700129" y="1234580"/>
                    </a:cubicBezTo>
                    <a:lnTo>
                      <a:pt x="8883" y="1234580"/>
                    </a:lnTo>
                    <a:cubicBezTo>
                      <a:pt x="6527" y="1234580"/>
                      <a:pt x="4268" y="1233645"/>
                      <a:pt x="2602" y="1231979"/>
                    </a:cubicBezTo>
                    <a:cubicBezTo>
                      <a:pt x="936" y="1230313"/>
                      <a:pt x="0" y="1228053"/>
                      <a:pt x="0" y="1225697"/>
                    </a:cubicBezTo>
                    <a:lnTo>
                      <a:pt x="0" y="8883"/>
                    </a:lnTo>
                    <a:cubicBezTo>
                      <a:pt x="0" y="6527"/>
                      <a:pt x="936" y="4268"/>
                      <a:pt x="2602" y="2602"/>
                    </a:cubicBezTo>
                    <a:cubicBezTo>
                      <a:pt x="4268" y="936"/>
                      <a:pt x="6527" y="0"/>
                      <a:pt x="8883" y="0"/>
                    </a:cubicBezTo>
                    <a:close/>
                  </a:path>
                </a:pathLst>
              </a:custGeom>
              <a:solidFill>
                <a:srgbClr val="175DBD">
                  <a:alpha val="11765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2709012" cy="1272680"/>
              </a:xfrm>
              <a:prstGeom prst="rect">
                <a:avLst/>
              </a:prstGeom>
            </p:spPr>
            <p:txBody>
              <a:bodyPr anchor="ctr" rtlCol="false" tIns="65680" lIns="65680" bIns="65680" rIns="6568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true" flipV="false" rot="0">
            <a:off x="13332174" y="8570212"/>
            <a:ext cx="7315200" cy="2958662"/>
          </a:xfrm>
          <a:custGeom>
            <a:avLst/>
            <a:gdLst/>
            <a:ahLst/>
            <a:cxnLst/>
            <a:rect r="r" b="b" t="t" l="l"/>
            <a:pathLst>
              <a:path h="2958662" w="7315200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true" rot="0">
            <a:off x="-2359374" y="-1241874"/>
            <a:ext cx="7315200" cy="2958662"/>
          </a:xfrm>
          <a:custGeom>
            <a:avLst/>
            <a:gdLst/>
            <a:ahLst/>
            <a:cxnLst/>
            <a:rect r="r" b="b" t="t" l="l"/>
            <a:pathLst>
              <a:path h="2958662" w="7315200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984843" y="1572183"/>
            <a:ext cx="14318314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Clubs in College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1025" y="3569680"/>
            <a:ext cx="13798248" cy="369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350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    Why Join Clubs?</a:t>
            </a:r>
          </a:p>
          <a:p>
            <a:pPr algn="l" marL="757735" indent="-378867" lvl="1">
              <a:lnSpc>
                <a:spcPts val="4913"/>
              </a:lnSpc>
              <a:buAutoNum type="arabicPeriod" startAt="1"/>
            </a:pPr>
            <a:r>
              <a:rPr lang="en-US" sz="350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Make friends</a:t>
            </a:r>
          </a:p>
          <a:p>
            <a:pPr algn="l" marL="757735" indent="-378867" lvl="1">
              <a:lnSpc>
                <a:spcPts val="4913"/>
              </a:lnSpc>
              <a:buAutoNum type="arabicPeriod" startAt="1"/>
            </a:pPr>
            <a:r>
              <a:rPr lang="en-US" sz="350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Learn new skills</a:t>
            </a:r>
          </a:p>
          <a:p>
            <a:pPr algn="l" marL="757735" indent="-378867" lvl="1">
              <a:lnSpc>
                <a:spcPts val="4913"/>
              </a:lnSpc>
              <a:buAutoNum type="arabicPeriod" startAt="1"/>
            </a:pPr>
            <a:r>
              <a:rPr lang="en-US" sz="350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Gain leadership experience &amp; improve teamwork</a:t>
            </a:r>
          </a:p>
          <a:p>
            <a:pPr algn="l" marL="757735" indent="-378867" lvl="1">
              <a:lnSpc>
                <a:spcPts val="4913"/>
              </a:lnSpc>
              <a:buAutoNum type="arabicPeriod" startAt="1"/>
            </a:pPr>
            <a:r>
              <a:rPr lang="en-US" sz="350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Build confidence</a:t>
            </a:r>
          </a:p>
          <a:p>
            <a:pPr algn="ctr">
              <a:lnSpc>
                <a:spcPts val="4913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526378" y="7335489"/>
            <a:ext cx="14047542" cy="109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b="true" sz="3173" i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There are many clubs in our college for reading , creative events , photography and Technical Events.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4843" y="1349638"/>
            <a:ext cx="14318314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113E7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Public Speaking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84843" y="3307080"/>
            <a:ext cx="13278181" cy="183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Public speaking may feel scary at first, but confidence comes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D2648"/>
                </a:solidFill>
                <a:latin typeface="Muli"/>
                <a:ea typeface="Muli"/>
                <a:cs typeface="Muli"/>
                <a:sym typeface="Muli"/>
              </a:rPr>
              <a:t> with practice.</a:t>
            </a:r>
          </a:p>
          <a:p>
            <a:pPr algn="ctr">
              <a:lnSpc>
                <a:spcPts val="461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984843" y="4722133"/>
            <a:ext cx="6436400" cy="306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Be confident.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Practice before speaking.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Maintain eye contact.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Speak clearly.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Don't worry about mistakes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1752" y="8090809"/>
            <a:ext cx="13278181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 i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These skills will help you not only in public speaking, but also in future interviews and project presentations.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56829" y="1120752"/>
            <a:ext cx="3368473" cy="336847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69213" y="5479204"/>
            <a:ext cx="3336120" cy="333612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81637" y="1315733"/>
            <a:ext cx="1327818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 i="true" b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Linkedin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1637" y="2340021"/>
            <a:ext cx="13278181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i="true" b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Mahi- </a:t>
            </a:r>
            <a:r>
              <a:rPr lang="en-US" b="true" sz="3799" i="true" u="sng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  <a:hlinkClick r:id="rId4" tooltip="https://www.linkedin.com/in/mahi-rupabhinda-17768a243"/>
              </a:rPr>
              <a:t> www.linkedin.com/in/mahi-rupabhinda-17768a243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1637" y="5086350"/>
            <a:ext cx="10885821" cy="182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i="true" b="true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Krina-  </a:t>
            </a:r>
            <a:r>
              <a:rPr lang="en-US" b="true" sz="3499" i="true" u="sng">
                <a:solidFill>
                  <a:srgbClr val="0D2648"/>
                </a:solidFill>
                <a:latin typeface="Muli Bold Italics"/>
                <a:ea typeface="Muli Bold Italics"/>
                <a:cs typeface="Muli Bold Italics"/>
                <a:sym typeface="Muli Bold Italics"/>
                <a:hlinkClick r:id="rId5" tooltip="https://www.linkedin.com/in/shah-krina?utm_source=share_via&amp;utm_content=profile&amp;utm_medium=member_ios"/>
              </a:rPr>
              <a:t>https://www.linkedin.com/in/shah-krina?utm_source=share_via&amp;utm_content=profile&amp;utm_medium=member_ios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DAHSMOARoK0</dc:identifier>
  <dcterms:modified xsi:type="dcterms:W3CDTF">2011-08-01T06:04:30Z</dcterms:modified>
  <cp:revision>1</cp:revision>
  <dc:title>Beyond Academics: Content Creation, Clubs &amp; Public Speaking</dc:title>
</cp:coreProperties>
</file>