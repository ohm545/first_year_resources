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3.png"/><Relationship Id="rId10" Type="http://schemas.openxmlformats.org/officeDocument/2006/relationships/image" Target="../media/image-4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107877"/>
            <a:ext cx="6223638" cy="5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HOSTEL &amp; FOOD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000052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Real College Life Begins Outside the Classroom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69971" y="4728071"/>
            <a:ext cx="6223638" cy="10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My experience • My tips • Your choices</a:t>
            </a:r>
            <a:endParaRPr lang="en-US" sz="1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9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Presented by: Nisarg Patel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8884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🧳</a:t>
            </a:r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My Home Away From Home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98086" y="1385788"/>
            <a:ext cx="1464829" cy="257572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799782" y="1436588"/>
            <a:ext cx="187102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MY HOSTEL JOURNEY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98086" y="1805484"/>
            <a:ext cx="10795524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50"/>
              </a:spcAft>
              <a:buNone/>
            </a:pPr>
            <a:r>
              <a:rPr lang="en-US" sz="16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Since 1st Year → Royal Care Hostel</a:t>
            </a:r>
            <a:endParaRPr lang="en-US" sz="16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Hostel taught me more than just academics: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98086" y="2756991"/>
            <a:ext cx="3502433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597" y="2945507"/>
            <a:ext cx="508583" cy="508595"/>
          </a:xfrm>
          <a:prstGeom prst="ellipse">
            <a:avLst/>
          </a:prstGeom>
          <a:solidFill>
            <a:srgbClr val="2D4D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392" y="3085306"/>
            <a:ext cx="228892" cy="228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597" y="3598168"/>
            <a:ext cx="312541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Taking care of myself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344581" y="2756991"/>
            <a:ext cx="3502433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3092" y="2945507"/>
            <a:ext cx="508583" cy="508595"/>
          </a:xfrm>
          <a:prstGeom prst="ellipse">
            <a:avLst/>
          </a:prstGeom>
          <a:solidFill>
            <a:srgbClr val="018CE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888" y="3085306"/>
            <a:ext cx="228892" cy="228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3092" y="3598168"/>
            <a:ext cx="312541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Making new friends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91077" y="2756991"/>
            <a:ext cx="3502533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79588" y="2945507"/>
            <a:ext cx="508583" cy="508595"/>
          </a:xfrm>
          <a:prstGeom prst="ellipse">
            <a:avLst/>
          </a:prstGeom>
          <a:solidFill>
            <a:srgbClr val="DA33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9383" y="3085306"/>
            <a:ext cx="228892" cy="228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9588" y="3598168"/>
            <a:ext cx="3125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Building connections with seniors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98086" y="4180086"/>
            <a:ext cx="5325731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6597" y="4368602"/>
            <a:ext cx="508583" cy="508595"/>
          </a:xfrm>
          <a:prstGeom prst="ellipse">
            <a:avLst/>
          </a:prstGeom>
          <a:solidFill>
            <a:srgbClr val="2D4D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6392" y="4508401"/>
            <a:ext cx="228892" cy="228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597" y="5021263"/>
            <a:ext cx="494870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Becoming more independent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6167879" y="4180086"/>
            <a:ext cx="5325731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56389" y="4368602"/>
            <a:ext cx="508583" cy="508595"/>
          </a:xfrm>
          <a:prstGeom prst="ellipse">
            <a:avLst/>
          </a:prstGeom>
          <a:solidFill>
            <a:srgbClr val="018CE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6185" y="4508401"/>
            <a:ext cx="228892" cy="22889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56389" y="5021263"/>
            <a:ext cx="494870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Learning to live with others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952377" y="5783362"/>
            <a:ext cx="1115081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"You don't just live in a hostel… you grow here."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698086" y="5621238"/>
            <a:ext cx="19050" cy="637877"/>
          </a:xfrm>
          <a:prstGeom prst="roundRect">
            <a:avLst>
              <a:gd name="adj" fmla="val 49999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9162"/>
            <a:ext cx="10795524" cy="5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Life Becomes Easier Together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81151"/>
            <a:ext cx="1552536" cy="303113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817740" y="2440980"/>
            <a:ext cx="192281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HOSTEL / PG?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98086" y="2908598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6560" y="3127077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Study Together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6560" y="3540026"/>
            <a:ext cx="302857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Journals • Assignments • Exams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908598"/>
            <a:ext cx="3465525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510" y="3127077"/>
            <a:ext cx="302857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Learn Together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1510" y="3540026"/>
            <a:ext cx="302857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Notes • Materials • Senior Guidance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27985" y="2908598"/>
            <a:ext cx="3465624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6459" y="3127077"/>
            <a:ext cx="3028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Grow Together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46459" y="3540026"/>
            <a:ext cx="3028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Friends • Connections • Experiences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97223" y="4845546"/>
            <a:ext cx="11105971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One room → Many experiences.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98086" y="4621212"/>
            <a:ext cx="25399" cy="847527"/>
          </a:xfrm>
          <a:prstGeom prst="roundRect">
            <a:avLst>
              <a:gd name="adj" fmla="val 50001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0" y="2187972"/>
            <a:ext cx="4412247" cy="2481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69971" y="981670"/>
            <a:ext cx="6223638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🌙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Nightouts? Freedom with Limits.</a:t>
            </a:r>
            <a:endParaRPr lang="en-US" sz="2950" dirty="0"/>
          </a:p>
        </p:txBody>
      </p:sp>
      <p:sp>
        <p:nvSpPr>
          <p:cNvPr id="5" name="Shape 1"/>
          <p:cNvSpPr/>
          <p:nvPr/>
        </p:nvSpPr>
        <p:spPr>
          <a:xfrm>
            <a:off x="5269971" y="1648916"/>
            <a:ext cx="1993255" cy="242491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6" name="Text 2"/>
          <p:cNvSpPr/>
          <p:nvPr/>
        </p:nvSpPr>
        <p:spPr>
          <a:xfrm>
            <a:off x="5365715" y="1696740"/>
            <a:ext cx="2411352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HOSTEL = FREEDOM + SECURITY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269971" y="2034977"/>
            <a:ext cx="6833223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Hostel life gives you freedom,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but safety comes first.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408238"/>
            <a:ext cx="6223638" cy="591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4759" y="2586831"/>
            <a:ext cx="579026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Hostel security &amp; entry rules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3127673"/>
            <a:ext cx="6223638" cy="591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24759" y="3306266"/>
            <a:ext cx="579026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Fixed timings / night restrictions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9971" y="3847108"/>
            <a:ext cx="6223638" cy="5918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524759" y="4025702"/>
            <a:ext cx="579026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📞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Guardians &amp; hostel management stay connected</a:t>
            </a:r>
            <a:endParaRPr lang="en-US" sz="14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9971" y="4566543"/>
            <a:ext cx="6223638" cy="5918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524759" y="4745137"/>
            <a:ext cx="579026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Going out with friends is easier when planned properly</a:t>
            </a:r>
            <a:endParaRPr lang="en-US" sz="1450" dirty="0"/>
          </a:p>
        </p:txBody>
      </p:sp>
      <p:sp>
        <p:nvSpPr>
          <p:cNvPr id="16" name="Text 8"/>
          <p:cNvSpPr/>
          <p:nvPr/>
        </p:nvSpPr>
        <p:spPr>
          <a:xfrm>
            <a:off x="5509281" y="5445522"/>
            <a:ext cx="6593913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Rules may feel restrictive… but they are there for your safety.</a:t>
            </a:r>
            <a:endParaRPr lang="en-US" sz="1550" dirty="0"/>
          </a:p>
        </p:txBody>
      </p:sp>
      <p:sp>
        <p:nvSpPr>
          <p:cNvPr id="17" name="Shape 9"/>
          <p:cNvSpPr/>
          <p:nvPr/>
        </p:nvSpPr>
        <p:spPr>
          <a:xfrm>
            <a:off x="5269971" y="5301952"/>
            <a:ext cx="19050" cy="574377"/>
          </a:xfrm>
          <a:prstGeom prst="roundRect">
            <a:avLst>
              <a:gd name="adj" fmla="val 49999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8623"/>
            <a:ext cx="10795524" cy="56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😋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"Aaj Khane Mein Kya Hai?"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98086" y="1492349"/>
            <a:ext cx="841255" cy="294382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811788" y="1549202"/>
            <a:ext cx="1223436" cy="180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FOOD 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🍛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1663" y="1989237"/>
            <a:ext cx="3750673" cy="3322935"/>
          </a:xfrm>
          <a:prstGeom prst="roundRect">
            <a:avLst>
              <a:gd name="adj" fmla="val 13687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51166" y="2323902"/>
            <a:ext cx="337166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HOSTEL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1166" y="2782491"/>
            <a:ext cx="3371666" cy="75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Breakfast → Lunch → Dinner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meals are already planned.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1166" y="3697684"/>
            <a:ext cx="3371666" cy="1396702"/>
          </a:xfrm>
          <a:prstGeom prst="rect">
            <a:avLst/>
          </a:prstGeom>
          <a:noFill/>
          <a:ln/>
        </p:spPr>
        <p:txBody>
          <a:bodyPr wrap="square" lIns="0" tIns="75802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No daily food planning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Saves time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Fixed routine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✅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Food available at your place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001" y="2191742"/>
            <a:ext cx="3890468" cy="29179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2340" y="5717183"/>
            <a:ext cx="11120854" cy="369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Less thinking. More time for yourself.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98086" y="5514677"/>
            <a:ext cx="25399" cy="774601"/>
          </a:xfrm>
          <a:prstGeom prst="roundRect">
            <a:avLst>
              <a:gd name="adj" fmla="val 50001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7799"/>
            <a:ext cx="10795524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🍕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PG = More Choices… More Decisions!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98086" y="1378843"/>
            <a:ext cx="2219766" cy="242491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793829" y="1426666"/>
            <a:ext cx="2637863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PG LIFE: THE DAILY FOOD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8086" y="1764903"/>
            <a:ext cx="11405108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day: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95711"/>
            <a:ext cx="3598475" cy="6382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625" y="2961580"/>
            <a:ext cx="327939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"Aaj kya khana hai?"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60" y="2195711"/>
            <a:ext cx="3598475" cy="6382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6100" y="2961580"/>
            <a:ext cx="327939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"Kahaan se khana hai?"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5" y="2195711"/>
            <a:ext cx="3598475" cy="6382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4575" y="2961580"/>
            <a:ext cx="327939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"Aaj khana hai ya nahi ?" 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😂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98086" y="3552627"/>
            <a:ext cx="11405108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 get more freedom with food… but sometimes </a:t>
            </a:r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freedom takes time.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98086" y="4031357"/>
            <a:ext cx="10795524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🌮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And yes… Nadiad has options!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98086" y="4510782"/>
            <a:ext cx="10795524" cy="1699320"/>
          </a:xfrm>
          <a:prstGeom prst="roundRect">
            <a:avLst>
              <a:gd name="adj" fmla="val 14087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17135" y="4529832"/>
            <a:ext cx="5378712" cy="553740"/>
          </a:xfrm>
          <a:custGeom>
            <a:avLst/>
            <a:gdLst/>
            <a:ahLst/>
            <a:cxnLst/>
            <a:rect l="l" t="t" r="r" b="b"/>
            <a:pathLst>
              <a:path w="5378712" h="553740">
                <a:moveTo>
                  <a:pt x="199479" y="0"/>
                </a:moveTo>
                <a:lnTo>
                  <a:pt x="5378712" y="0"/>
                </a:lnTo>
                <a:lnTo>
                  <a:pt x="5378712" y="553740"/>
                </a:lnTo>
                <a:lnTo>
                  <a:pt x="0" y="553740"/>
                </a:lnTo>
                <a:lnTo>
                  <a:pt x="0" y="199484"/>
                </a:lnTo>
                <a:arcTo hR="199484" wR="199479" stAng="10800000" swAng="5400000"/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16" name="Text 11"/>
          <p:cNvSpPr/>
          <p:nvPr/>
        </p:nvSpPr>
        <p:spPr>
          <a:xfrm>
            <a:off x="876675" y="4689376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McDonald's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095848" y="4529832"/>
            <a:ext cx="5378712" cy="553740"/>
          </a:xfrm>
          <a:custGeom>
            <a:avLst/>
            <a:gdLst/>
            <a:ahLst/>
            <a:cxnLst/>
            <a:rect l="l" t="t" r="r" b="b"/>
            <a:pathLst>
              <a:path w="5378712" h="553740">
                <a:moveTo>
                  <a:pt x="0" y="0"/>
                </a:moveTo>
                <a:lnTo>
                  <a:pt x="5179233" y="0"/>
                </a:lnTo>
                <a:arcTo hR="199484" wR="199479" stAng="16200000" swAng="5400000"/>
                <a:lnTo>
                  <a:pt x="5378712" y="553740"/>
                </a:lnTo>
                <a:lnTo>
                  <a:pt x="0" y="553740"/>
                </a:lnTo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095848" y="4529832"/>
            <a:ext cx="19050" cy="553740"/>
          </a:xfrm>
          <a:prstGeom prst="roundRect">
            <a:avLst>
              <a:gd name="adj" fmla="val 49999"/>
            </a:avLst>
          </a:prstGeom>
          <a:solidFill>
            <a:srgbClr val="1AA5FA"/>
          </a:solidFill>
          <a:ln/>
        </p:spPr>
      </p:sp>
      <p:sp>
        <p:nvSpPr>
          <p:cNvPr id="19" name="Text 14"/>
          <p:cNvSpPr/>
          <p:nvPr/>
        </p:nvSpPr>
        <p:spPr>
          <a:xfrm>
            <a:off x="6255387" y="4689376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 Pino'z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17135" y="5083572"/>
            <a:ext cx="5378712" cy="553740"/>
          </a:xfrm>
          <a:prstGeom prst="rect">
            <a:avLst/>
          </a:prstGeom>
          <a:solidFill>
            <a:srgbClr val="F3F3FF"/>
          </a:solidFill>
          <a:ln/>
        </p:spPr>
      </p:sp>
      <p:sp>
        <p:nvSpPr>
          <p:cNvPr id="21" name="Shape 16"/>
          <p:cNvSpPr/>
          <p:nvPr/>
        </p:nvSpPr>
        <p:spPr>
          <a:xfrm>
            <a:off x="717135" y="5083572"/>
            <a:ext cx="5378712" cy="19050"/>
          </a:xfrm>
          <a:prstGeom prst="roundRect">
            <a:avLst>
              <a:gd name="adj" fmla="val 49999"/>
            </a:avLst>
          </a:prstGeom>
          <a:solidFill>
            <a:srgbClr val="F34CD8"/>
          </a:solidFill>
          <a:ln/>
        </p:spPr>
      </p:sp>
      <p:sp>
        <p:nvSpPr>
          <p:cNvPr id="22" name="Text 17"/>
          <p:cNvSpPr/>
          <p:nvPr/>
        </p:nvSpPr>
        <p:spPr>
          <a:xfrm>
            <a:off x="876675" y="5243116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Subway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6095848" y="5083572"/>
            <a:ext cx="5378712" cy="553740"/>
          </a:xfrm>
          <a:prstGeom prst="rect">
            <a:avLst/>
          </a:prstGeom>
          <a:solidFill>
            <a:srgbClr val="F3F3FF"/>
          </a:solidFill>
          <a:ln/>
        </p:spPr>
      </p:sp>
      <p:sp>
        <p:nvSpPr>
          <p:cNvPr id="24" name="Shape 19"/>
          <p:cNvSpPr/>
          <p:nvPr/>
        </p:nvSpPr>
        <p:spPr>
          <a:xfrm>
            <a:off x="6095848" y="5083572"/>
            <a:ext cx="19050" cy="553740"/>
          </a:xfrm>
          <a:prstGeom prst="roundRect">
            <a:avLst>
              <a:gd name="adj" fmla="val 49999"/>
            </a:avLst>
          </a:prstGeom>
          <a:solidFill>
            <a:srgbClr val="4666FF"/>
          </a:solidFill>
          <a:ln/>
        </p:spPr>
      </p:sp>
      <p:sp>
        <p:nvSpPr>
          <p:cNvPr id="25" name="Shape 20"/>
          <p:cNvSpPr/>
          <p:nvPr/>
        </p:nvSpPr>
        <p:spPr>
          <a:xfrm>
            <a:off x="6095848" y="5083572"/>
            <a:ext cx="5378712" cy="19050"/>
          </a:xfrm>
          <a:prstGeom prst="roundRect">
            <a:avLst>
              <a:gd name="adj" fmla="val 49999"/>
            </a:avLst>
          </a:prstGeom>
          <a:solidFill>
            <a:srgbClr val="4666FF"/>
          </a:solidFill>
          <a:ln/>
        </p:spPr>
      </p:sp>
      <p:sp>
        <p:nvSpPr>
          <p:cNvPr id="26" name="Text 21"/>
          <p:cNvSpPr/>
          <p:nvPr/>
        </p:nvSpPr>
        <p:spPr>
          <a:xfrm>
            <a:off x="6255387" y="5243116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Swad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717135" y="5637312"/>
            <a:ext cx="5378712" cy="553740"/>
          </a:xfrm>
          <a:custGeom>
            <a:avLst/>
            <a:gdLst/>
            <a:ahLst/>
            <a:cxnLst/>
            <a:rect l="l" t="t" r="r" b="b"/>
            <a:pathLst>
              <a:path w="5378712" h="553740">
                <a:moveTo>
                  <a:pt x="0" y="0"/>
                </a:moveTo>
                <a:lnTo>
                  <a:pt x="5378712" y="0"/>
                </a:lnTo>
                <a:lnTo>
                  <a:pt x="5378712" y="553740"/>
                </a:lnTo>
                <a:lnTo>
                  <a:pt x="199479" y="553740"/>
                </a:lnTo>
                <a:arcTo hR="199484" wR="199479" stAng="5400000" swAng="5400000"/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28" name="Shape 23"/>
          <p:cNvSpPr/>
          <p:nvPr/>
        </p:nvSpPr>
        <p:spPr>
          <a:xfrm>
            <a:off x="717135" y="5637312"/>
            <a:ext cx="5378712" cy="19050"/>
          </a:xfrm>
          <a:prstGeom prst="roundRect">
            <a:avLst>
              <a:gd name="adj" fmla="val 49999"/>
            </a:avLst>
          </a:prstGeom>
          <a:solidFill>
            <a:srgbClr val="1AA5FA"/>
          </a:solidFill>
          <a:ln/>
        </p:spPr>
      </p:sp>
      <p:sp>
        <p:nvSpPr>
          <p:cNvPr id="29" name="Text 24"/>
          <p:cNvSpPr/>
          <p:nvPr/>
        </p:nvSpPr>
        <p:spPr>
          <a:xfrm>
            <a:off x="876675" y="5796855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Navjeevan</a:t>
            </a:r>
            <a:endParaRPr lang="en-US" sz="1450" dirty="0"/>
          </a:p>
        </p:txBody>
      </p:sp>
      <p:sp>
        <p:nvSpPr>
          <p:cNvPr id="30" name="Shape 25"/>
          <p:cNvSpPr/>
          <p:nvPr/>
        </p:nvSpPr>
        <p:spPr>
          <a:xfrm>
            <a:off x="6095848" y="5637312"/>
            <a:ext cx="5378712" cy="553740"/>
          </a:xfrm>
          <a:custGeom>
            <a:avLst/>
            <a:gdLst/>
            <a:ahLst/>
            <a:cxnLst/>
            <a:rect l="l" t="t" r="r" b="b"/>
            <a:pathLst>
              <a:path w="5378712" h="553740">
                <a:moveTo>
                  <a:pt x="0" y="0"/>
                </a:moveTo>
                <a:lnTo>
                  <a:pt x="5378712" y="0"/>
                </a:lnTo>
                <a:lnTo>
                  <a:pt x="5378712" y="354256"/>
                </a:lnTo>
                <a:arcTo hR="199484" wR="199479" stAng="0" swAng="5400000"/>
                <a:lnTo>
                  <a:pt x="0" y="553740"/>
                </a:lnTo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31" name="Shape 26"/>
          <p:cNvSpPr/>
          <p:nvPr/>
        </p:nvSpPr>
        <p:spPr>
          <a:xfrm>
            <a:off x="6095848" y="5637312"/>
            <a:ext cx="19050" cy="553740"/>
          </a:xfrm>
          <a:prstGeom prst="roundRect">
            <a:avLst>
              <a:gd name="adj" fmla="val 49999"/>
            </a:avLst>
          </a:prstGeom>
          <a:solidFill>
            <a:srgbClr val="F34CD8"/>
          </a:solidFill>
          <a:ln/>
        </p:spPr>
      </p:sp>
      <p:sp>
        <p:nvSpPr>
          <p:cNvPr id="32" name="Shape 27"/>
          <p:cNvSpPr/>
          <p:nvPr/>
        </p:nvSpPr>
        <p:spPr>
          <a:xfrm>
            <a:off x="6095848" y="5637312"/>
            <a:ext cx="5378712" cy="19050"/>
          </a:xfrm>
          <a:prstGeom prst="roundRect">
            <a:avLst>
              <a:gd name="adj" fmla="val 49999"/>
            </a:avLst>
          </a:prstGeom>
          <a:solidFill>
            <a:srgbClr val="F34CD8"/>
          </a:solidFill>
          <a:ln/>
        </p:spPr>
      </p:sp>
      <p:sp>
        <p:nvSpPr>
          <p:cNvPr id="33" name="Text 28"/>
          <p:cNvSpPr/>
          <p:nvPr/>
        </p:nvSpPr>
        <p:spPr>
          <a:xfrm>
            <a:off x="6255387" y="5796855"/>
            <a:ext cx="5059633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Dankawala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9279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YOU ARE FREE!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98086" y="1345307"/>
            <a:ext cx="907928" cy="212130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781824" y="1387177"/>
            <a:ext cx="135003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BEST PART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98086" y="1667371"/>
            <a:ext cx="11405108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Hostel/PG life gives you something new: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8086" y="2051248"/>
            <a:ext cx="10795524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2D4DF2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CHOICE.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698086" y="2764532"/>
            <a:ext cx="11405108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 can…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3111798"/>
            <a:ext cx="349043" cy="3490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8086" y="3582988"/>
            <a:ext cx="351701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Study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239" y="3111798"/>
            <a:ext cx="349043" cy="3490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37239" y="3582988"/>
            <a:ext cx="35171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Learn new skills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6492" y="3111798"/>
            <a:ext cx="349043" cy="3490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76492" y="3582988"/>
            <a:ext cx="35171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🏋️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Go to the gym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3990181"/>
            <a:ext cx="349043" cy="3490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8086" y="4461371"/>
            <a:ext cx="351701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🎹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Follow your hobbies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7239" y="3990181"/>
            <a:ext cx="349043" cy="3490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37239" y="4461371"/>
            <a:ext cx="35171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Hang out with friends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6492" y="3990181"/>
            <a:ext cx="349043" cy="3490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976492" y="4461371"/>
            <a:ext cx="35171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Explore Nadiad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086" y="4868565"/>
            <a:ext cx="349043" cy="34905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8086" y="5339755"/>
            <a:ext cx="351701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😴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Or simply take a break!</a:t>
            </a:r>
            <a:endParaRPr lang="en-US" sz="1250" dirty="0"/>
          </a:p>
        </p:txBody>
      </p:sp>
      <p:sp>
        <p:nvSpPr>
          <p:cNvPr id="22" name="Text 13"/>
          <p:cNvSpPr/>
          <p:nvPr/>
        </p:nvSpPr>
        <p:spPr>
          <a:xfrm>
            <a:off x="907531" y="5771356"/>
            <a:ext cx="11195663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Your day = Your choice.</a:t>
            </a:r>
            <a:endParaRPr lang="en-US" sz="1350" dirty="0"/>
          </a:p>
        </p:txBody>
      </p:sp>
      <p:sp>
        <p:nvSpPr>
          <p:cNvPr id="23" name="Shape 14"/>
          <p:cNvSpPr/>
          <p:nvPr/>
        </p:nvSpPr>
        <p:spPr>
          <a:xfrm>
            <a:off x="698086" y="5661422"/>
            <a:ext cx="19050" cy="457200"/>
          </a:xfrm>
          <a:prstGeom prst="roundRect">
            <a:avLst>
              <a:gd name="adj" fmla="val 49999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61715"/>
            <a:ext cx="10795524" cy="5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With Great Freedom Comes Responsibility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853704"/>
            <a:ext cx="1474354" cy="303113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4" name="Text 2"/>
          <p:cNvSpPr/>
          <p:nvPr/>
        </p:nvSpPr>
        <p:spPr>
          <a:xfrm>
            <a:off x="817740" y="1913533"/>
            <a:ext cx="184462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BUT REMEMBER…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2381151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 have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24 hours.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3104158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question is not: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7223" y="3827165"/>
            <a:ext cx="546493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"How much free time do I have?"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8086" y="3647678"/>
            <a:ext cx="25399" cy="678160"/>
          </a:xfrm>
          <a:prstGeom prst="roundRect">
            <a:avLst>
              <a:gd name="adj" fmla="val 50001"/>
            </a:avLst>
          </a:prstGeom>
          <a:solidFill>
            <a:srgbClr val="2D4DF2"/>
          </a:solidFill>
          <a:ln/>
        </p:spPr>
      </p:sp>
      <p:sp>
        <p:nvSpPr>
          <p:cNvPr id="9" name="Text 7"/>
          <p:cNvSpPr/>
          <p:nvPr/>
        </p:nvSpPr>
        <p:spPr>
          <a:xfrm>
            <a:off x="698086" y="4550172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question is: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97223" y="5273179"/>
            <a:ext cx="546493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"What am I doing with it?"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5093692"/>
            <a:ext cx="25399" cy="678160"/>
          </a:xfrm>
          <a:prstGeom prst="roundRect">
            <a:avLst>
              <a:gd name="adj" fmla="val 50001"/>
            </a:avLst>
          </a:prstGeom>
          <a:solidFill>
            <a:srgbClr val="2D4D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1910" y="2924671"/>
            <a:ext cx="5441615" cy="3071515"/>
          </a:xfrm>
          <a:prstGeom prst="roundRect">
            <a:avLst>
              <a:gd name="adj" fmla="val 15587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1334" y="3691334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Manage your time.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1334" y="4064397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Give priority to what matters.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1334" y="4437459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Enjoy college without losing your direction.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1334" y="4930180"/>
            <a:ext cx="565235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Study + Skills + Friends + Fun = College Life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6651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There Is No Fixed Template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1151533"/>
            <a:ext cx="10795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College gives you the freedom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1539776"/>
            <a:ext cx="2614746" cy="557113"/>
          </a:xfrm>
          <a:prstGeom prst="roundRect">
            <a:avLst>
              <a:gd name="adj" fmla="val 4028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6654" y="1708348"/>
            <a:ext cx="22776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24946" y="1539776"/>
            <a:ext cx="2614845" cy="557113"/>
          </a:xfrm>
          <a:prstGeom prst="roundRect">
            <a:avLst>
              <a:gd name="adj" fmla="val 4028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93514" y="1708348"/>
            <a:ext cx="22777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Fail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51905" y="1539776"/>
            <a:ext cx="2614746" cy="557113"/>
          </a:xfrm>
          <a:prstGeom prst="roundRect">
            <a:avLst>
              <a:gd name="adj" fmla="val 4028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0473" y="1708348"/>
            <a:ext cx="227760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Learn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878765" y="1539776"/>
            <a:ext cx="2614845" cy="557113"/>
          </a:xfrm>
          <a:prstGeom prst="roundRect">
            <a:avLst>
              <a:gd name="adj" fmla="val 40282"/>
            </a:avLst>
          </a:prstGeom>
          <a:solidFill>
            <a:srgbClr val="F3F3FF">
              <a:alpha val="75000"/>
            </a:srgbClr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7333" y="1708348"/>
            <a:ext cx="22777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Improve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8086" y="2265164"/>
            <a:ext cx="1079552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It's completely okay if initial attempts don't go as planned: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8086" y="2697460"/>
            <a:ext cx="10795524" cy="863898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Studying only from notes might yield unexpected results.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Last-minute preparation might not get the marks you wanted.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Trying a new skill might reveal it's not for you.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98086" y="3687564"/>
            <a:ext cx="10795524" cy="549473"/>
          </a:xfrm>
          <a:prstGeom prst="roundRect">
            <a:avLst>
              <a:gd name="adj" fmla="val 40842"/>
            </a:avLst>
          </a:prstGeom>
          <a:solidFill>
            <a:srgbClr val="CFD6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5" y="3870226"/>
            <a:ext cx="233754" cy="1869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0877" y="3836988"/>
            <a:ext cx="10722798" cy="261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Your 1st Year is the best time to experiment, since 1st Year SPI doesn't count towards placements at DDU. Use this time wisely!       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22414" y="5410498"/>
            <a:ext cx="1844927" cy="149523"/>
          </a:xfrm>
          <a:prstGeom prst="roundRect">
            <a:avLst>
              <a:gd name="adj" fmla="val 49999"/>
            </a:avLst>
          </a:prstGeom>
          <a:solidFill>
            <a:srgbClr val="F3F3FF"/>
          </a:solidFill>
          <a:ln w="12700">
            <a:solidFill>
              <a:srgbClr val="2D4D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8086" y="5260826"/>
            <a:ext cx="448755" cy="448766"/>
          </a:xfrm>
          <a:prstGeom prst="ellipse">
            <a:avLst/>
          </a:prstGeom>
          <a:solidFill>
            <a:srgbClr val="F3F3FF"/>
          </a:solidFill>
          <a:ln w="12700">
            <a:solidFill>
              <a:srgbClr val="2D4DF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99" y="5373043"/>
            <a:ext cx="224328" cy="2243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7605" y="5821759"/>
            <a:ext cx="1770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Explore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3103882" y="5186065"/>
            <a:ext cx="1845026" cy="149523"/>
          </a:xfrm>
          <a:prstGeom prst="roundRect">
            <a:avLst>
              <a:gd name="adj" fmla="val 49999"/>
            </a:avLst>
          </a:prstGeom>
          <a:solidFill>
            <a:srgbClr val="F3F3FF"/>
          </a:solidFill>
          <a:ln w="12700">
            <a:solidFill>
              <a:srgbClr val="018CE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79554" y="5036393"/>
            <a:ext cx="448755" cy="448766"/>
          </a:xfrm>
          <a:prstGeom prst="ellipse">
            <a:avLst/>
          </a:prstGeom>
          <a:solidFill>
            <a:srgbClr val="F3F3FF"/>
          </a:solidFill>
          <a:ln w="12700">
            <a:solidFill>
              <a:srgbClr val="018CE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1767" y="5148610"/>
            <a:ext cx="224328" cy="2243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029073" y="5597327"/>
            <a:ext cx="17704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Experiment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285449" y="4961632"/>
            <a:ext cx="1844927" cy="149523"/>
          </a:xfrm>
          <a:prstGeom prst="roundRect">
            <a:avLst>
              <a:gd name="adj" fmla="val 49999"/>
            </a:avLst>
          </a:prstGeom>
          <a:solidFill>
            <a:srgbClr val="F3F3FF"/>
          </a:solidFill>
          <a:ln w="12700">
            <a:solidFill>
              <a:srgbClr val="DA33B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61121" y="4811961"/>
            <a:ext cx="448755" cy="448766"/>
          </a:xfrm>
          <a:prstGeom prst="ellipse">
            <a:avLst/>
          </a:prstGeom>
          <a:solidFill>
            <a:srgbClr val="F3F3FF"/>
          </a:solidFill>
          <a:ln w="12700">
            <a:solidFill>
              <a:srgbClr val="DA33B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3335" y="4924177"/>
            <a:ext cx="224328" cy="2243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10640" y="5372894"/>
            <a:ext cx="1770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Make Mistakes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7466917" y="4737199"/>
            <a:ext cx="1845026" cy="149523"/>
          </a:xfrm>
          <a:prstGeom prst="roundRect">
            <a:avLst>
              <a:gd name="adj" fmla="val 49999"/>
            </a:avLst>
          </a:prstGeom>
          <a:solidFill>
            <a:srgbClr val="F3F3FF"/>
          </a:solidFill>
          <a:ln w="12700">
            <a:solidFill>
              <a:srgbClr val="2D4D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42589" y="4587528"/>
            <a:ext cx="448755" cy="448766"/>
          </a:xfrm>
          <a:prstGeom prst="ellipse">
            <a:avLst/>
          </a:prstGeom>
          <a:solidFill>
            <a:srgbClr val="F3F3FF"/>
          </a:solidFill>
          <a:ln w="12700">
            <a:solidFill>
              <a:srgbClr val="2D4DF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4803" y="4699744"/>
            <a:ext cx="224328" cy="22433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92108" y="5148461"/>
            <a:ext cx="17704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Adapt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9648484" y="4512866"/>
            <a:ext cx="1845026" cy="149523"/>
          </a:xfrm>
          <a:prstGeom prst="roundRect">
            <a:avLst>
              <a:gd name="adj" fmla="val 49999"/>
            </a:avLst>
          </a:prstGeom>
          <a:solidFill>
            <a:srgbClr val="F3F3FF"/>
          </a:solidFill>
          <a:ln w="12700">
            <a:solidFill>
              <a:srgbClr val="018CE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424156" y="4363194"/>
            <a:ext cx="448755" cy="448766"/>
          </a:xfrm>
          <a:prstGeom prst="ellipse">
            <a:avLst/>
          </a:prstGeom>
          <a:solidFill>
            <a:srgbClr val="F3F3FF"/>
          </a:solidFill>
          <a:ln w="12700">
            <a:solidFill>
              <a:srgbClr val="018CE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36370" y="4475411"/>
            <a:ext cx="224328" cy="22433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73675" y="4924127"/>
            <a:ext cx="17704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Find Your Sweet Spot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579" y="1222772"/>
            <a:ext cx="4412346" cy="4412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3349"/>
            <a:ext cx="6223638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ENJOY THE FREEDOM. BUILD YOURSELF.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98086" y="1733649"/>
            <a:ext cx="934220" cy="242491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5" name="Text 2"/>
          <p:cNvSpPr/>
          <p:nvPr/>
        </p:nvSpPr>
        <p:spPr>
          <a:xfrm>
            <a:off x="793829" y="1781473"/>
            <a:ext cx="135231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98086" y="2119709"/>
            <a:ext cx="6223638" cy="591840"/>
          </a:xfrm>
          <a:prstGeom prst="roundRect">
            <a:avLst>
              <a:gd name="adj" fmla="val 40446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675" y="2298303"/>
            <a:ext cx="586645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Independence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98086" y="2839145"/>
            <a:ext cx="6223638" cy="591840"/>
          </a:xfrm>
          <a:prstGeom prst="roundRect">
            <a:avLst>
              <a:gd name="adj" fmla="val 40446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675" y="3017738"/>
            <a:ext cx="586645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Friendships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98086" y="3558580"/>
            <a:ext cx="6223638" cy="591840"/>
          </a:xfrm>
          <a:prstGeom prst="roundRect">
            <a:avLst>
              <a:gd name="adj" fmla="val 40446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6675" y="3737173"/>
            <a:ext cx="586645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Experiences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98086" y="4278015"/>
            <a:ext cx="6223638" cy="591840"/>
          </a:xfrm>
          <a:prstGeom prst="roundRect">
            <a:avLst>
              <a:gd name="adj" fmla="val 40446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6675" y="4456609"/>
            <a:ext cx="586645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Growth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8086" y="5013424"/>
            <a:ext cx="6833223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37395" y="5530255"/>
            <a:ext cx="5984328" cy="580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Make sure that when you leave college, you take something much more valuable with you than just a degree. </a:t>
            </a:r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❤️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8086" y="5386685"/>
            <a:ext cx="19050" cy="867966"/>
          </a:xfrm>
          <a:prstGeom prst="roundRect">
            <a:avLst>
              <a:gd name="adj" fmla="val 49999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36365"/>
            <a:ext cx="10795524" cy="5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LET'S CONNECT </a:t>
            </a:r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28354"/>
            <a:ext cx="10795524" cy="1633339"/>
          </a:xfrm>
          <a:prstGeom prst="roundRect">
            <a:avLst>
              <a:gd name="adj" fmla="val 18319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2453184"/>
            <a:ext cx="103458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Nisarg Patel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910" y="2866132"/>
            <a:ext cx="10345876" cy="77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🔗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LinkedIn: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linkedin.com/in/nisargpatel510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📱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Phone: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+91-9427944293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4160838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Thank You!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698086" y="5269607"/>
            <a:ext cx="10795524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Enjoy your College Life! 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😄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2026-08-13T18:36:28Z</dcterms:created>
  <dcterms:modified xsi:type="dcterms:W3CDTF">2026-08-13T18:36:28Z</dcterms:modified>
</cp:coreProperties>
</file>