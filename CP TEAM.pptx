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282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trush-patel-29ab43335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linkedin.com/in/meghnai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anchor="b" anchorCtr="0"/>
          <a:lstStyle/>
          <a:p>
            <a:r>
              <a:rPr lang="en-US" dirty="0"/>
              <a:t>CP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  <a:noFill/>
        </p:spPr>
        <p:txBody>
          <a:bodyPr>
            <a:normAutofit/>
          </a:bodyPr>
          <a:lstStyle/>
          <a:p>
            <a:r>
              <a:rPr lang="en-US" dirty="0"/>
              <a:t>Trush Patel:</a:t>
            </a:r>
            <a:r>
              <a:rPr lang="en-IN" dirty="0">
                <a:hlinkClick r:id="rId3"/>
              </a:rPr>
              <a:t>Trush Patel | LinkedIn</a:t>
            </a:r>
            <a:endParaRPr lang="en-US" dirty="0"/>
          </a:p>
          <a:p>
            <a:r>
              <a:rPr lang="en-US" dirty="0"/>
              <a:t>Megh Naik: </a:t>
            </a:r>
            <a:r>
              <a:rPr lang="en-IN" dirty="0">
                <a:hlinkClick r:id="rId4"/>
              </a:rPr>
              <a:t>Megh Naik | LinkedIn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{229953E1-BAD9-4BB8-8EB7-2F8068987556}TF51de1e5f-e0e8-4dd0-99f3-5b7584f7abdc7d30e886_win32-78d4aef5ad8e</Template>
  <TotalTime>4</TotalTime>
  <Words>16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Courier New</vt:lpstr>
      <vt:lpstr>Daytona Condensed Light</vt:lpstr>
      <vt:lpstr>Posterama</vt:lpstr>
      <vt:lpstr>Custom</vt:lpstr>
      <vt:lpstr>CP TEAM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Ohm PATEL</dc:creator>
  <cp:lastModifiedBy>Ohm PATEL</cp:lastModifiedBy>
  <cp:revision>1</cp:revision>
  <dcterms:created xsi:type="dcterms:W3CDTF">2026-08-14T10:04:23Z</dcterms:created>
  <dcterms:modified xsi:type="dcterms:W3CDTF">2026-08-14T10:08:48Z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