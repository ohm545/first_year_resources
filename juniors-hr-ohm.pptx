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F8828-5C86-465B-B75B-8BF35708498F}" v="13" dt="2026-08-13T07:50:30.101"/>
    <p1510:client id="{C812B07C-C543-4154-B824-D2B0153A2793}" v="44" dt="2026-08-13T05:17:10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9A833-5384-49B2-B0D2-9DC1AB4C2EB3}" type="datetimeFigureOut"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2225C-E838-4C5C-8FF4-4660065249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r1937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ohm-patel-888a60337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u0W_9lII9agq5TrH9XLIKQvv0iaF2X3w&amp;si=lDdfSEpUoL3VOE2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inedj3B30sDFRdgPYvjnBs2JsDdHPIMv&amp;si=Cs7ebtBjIoQnfjx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QZfaRHzWM0k?si=UgP8xZDnmFfVkYiX" TargetMode="External"/><Relationship Id="rId5" Type="http://schemas.openxmlformats.org/officeDocument/2006/relationships/hyperlink" Target="https://youtu.be/qQEigNVHlX8?si=IauLGKiVL87x1udo" TargetMode="External"/><Relationship Id="rId4" Type="http://schemas.openxmlformats.org/officeDocument/2006/relationships/hyperlink" Target="https://youtube.com/playlist?list=PLinedj3B30sDby4Al-i13hQJGQoRQDfPo&amp;si=Og3uOa8nCl6_IUh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WPirh4EWFpGrpcMfZ6UcdI786QdtSxV8&amp;si=kiOlNaS6UzDzwmh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CkKyAnQyxdw?si=Z_7r0ZqKZE--k-mT" TargetMode="External"/><Relationship Id="rId5" Type="http://schemas.openxmlformats.org/officeDocument/2006/relationships/hyperlink" Target="https://youtu.be/yE6tIle64tU?si=Phpe_7BB8n7DRDt9" TargetMode="External"/><Relationship Id="rId4" Type="http://schemas.openxmlformats.org/officeDocument/2006/relationships/hyperlink" Target="https://youtube.com/playlist?list=PLlGqj2KrYnpSIavv7ZdRkD8VWUwwZ2dF2&amp;si=g2A0pQPBa9yt89Z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1816" y="57374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295976" y="3146863"/>
            <a:ext cx="3657600" cy="3657600"/>
          </a:xfrm>
          <a:prstGeom prst="ellipse">
            <a:avLst/>
          </a:prstGeom>
          <a:solidFill>
            <a:srgbClr val="27306B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Hour Learning Roadmap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ready to participate in </a:t>
            </a: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Hackathons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4864608"/>
            <a:ext cx="10515600" cy="18288"/>
          </a:xfrm>
          <a:prstGeom prst="rect">
            <a:avLst/>
          </a:prstGeom>
          <a:solidFill>
            <a:srgbClr val="3B458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20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Hetvi Purohit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5596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9328234331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5120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 Patel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5596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9773497839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DC0C5A0-3046-3445-7E3C-B472FD2DB2E1}"/>
              </a:ext>
            </a:extLst>
          </p:cNvPr>
          <p:cNvSpPr/>
          <p:nvPr/>
        </p:nvSpPr>
        <p:spPr>
          <a:xfrm>
            <a:off x="822960" y="5919717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600">
              <a:solidFill>
                <a:schemeClr val="bg2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406C26D-51DE-0096-AD50-B2B8E0639509}"/>
              </a:ext>
            </a:extLst>
          </p:cNvPr>
          <p:cNvSpPr/>
          <p:nvPr/>
        </p:nvSpPr>
        <p:spPr>
          <a:xfrm>
            <a:off x="6313535" y="5919717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600">
              <a:solidFill>
                <a:schemeClr val="bg2"/>
              </a:solidFill>
              <a:ea typeface="Calibri"/>
              <a:cs typeface="Calibr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and CSS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0" y="5577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14.75 hrs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84080" y="9235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13432"/>
            <a:ext cx="4352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04104" y="2615184"/>
            <a:ext cx="0" cy="7680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0" name="Text 8">
            <a:hlinkClick r:id="rId3"/>
          </p:cNvPr>
          <p:cNvSpPr/>
          <p:nvPr/>
        </p:nvSpPr>
        <p:spPr>
          <a:xfrm>
            <a:off x="5632704" y="2313432"/>
            <a:ext cx="3968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 (till #53)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21240" y="271576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921240" y="271576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hrs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4352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04104" y="4187952"/>
            <a:ext cx="0" cy="7680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6" name="Text 14">
            <a:hlinkClick r:id="rId3"/>
          </p:cNvPr>
          <p:cNvSpPr/>
          <p:nvPr/>
        </p:nvSpPr>
        <p:spPr>
          <a:xfrm>
            <a:off x="5632704" y="3886200"/>
            <a:ext cx="3968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 (till #53)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21240" y="428853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428853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 hrs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A6B8C"/>
                </a:solidFill>
                <a:latin typeface="Calibri"/>
                <a:ea typeface="Calibri"/>
                <a:cs typeface="Calibri"/>
              </a:rPr>
              <a:t>TRACK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84080" y="41148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0" y="4663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23.25 hrs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84080" y="83210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43525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04104" y="1538569"/>
            <a:ext cx="0" cy="425013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0" name="Text 8">
            <a:hlinkClick r:id="rId3"/>
          </p:cNvPr>
          <p:cNvSpPr/>
          <p:nvPr/>
        </p:nvSpPr>
        <p:spPr>
          <a:xfrm>
            <a:off x="5632704" y="1371600"/>
            <a:ext cx="396849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21240" y="1515801"/>
            <a:ext cx="1554480" cy="47055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921240" y="1515801"/>
            <a:ext cx="1554480" cy="47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 hrs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31720"/>
            <a:ext cx="43525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04104" y="2498689"/>
            <a:ext cx="0" cy="425013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6" name="Text 14">
            <a:hlinkClick r:id="rId4"/>
          </p:cNvPr>
          <p:cNvSpPr/>
          <p:nvPr/>
        </p:nvSpPr>
        <p:spPr>
          <a:xfrm>
            <a:off x="5632704" y="2331720"/>
            <a:ext cx="396849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21240" y="2475921"/>
            <a:ext cx="1554480" cy="47055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2475921"/>
            <a:ext cx="1554480" cy="47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10881360" cy="0"/>
          </a:xfrm>
          <a:prstGeom prst="line">
            <a:avLst/>
          </a:prstGeom>
          <a:noFill/>
          <a:ln w="12700">
            <a:solidFill>
              <a:srgbClr val="1E2761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A6B8C"/>
                </a:solidFill>
                <a:latin typeface="Calibri"/>
                <a:ea typeface="Calibri"/>
                <a:cs typeface="Calibri"/>
              </a:rPr>
              <a:t>TRACK 2.2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784080" y="379476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38496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784080" y="4215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754880"/>
            <a:ext cx="4352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04104" y="4911791"/>
            <a:ext cx="0" cy="399410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28" name="Text 26">
            <a:hlinkClick r:id="rId5"/>
          </p:cNvPr>
          <p:cNvSpPr/>
          <p:nvPr/>
        </p:nvSpPr>
        <p:spPr>
          <a:xfrm>
            <a:off x="5632704" y="4754880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21240" y="4890394"/>
            <a:ext cx="1554480" cy="4422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4890394"/>
            <a:ext cx="1554480" cy="442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hrs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6692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669280"/>
            <a:ext cx="4352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04104" y="5826191"/>
            <a:ext cx="0" cy="399410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34" name="Text 32">
            <a:hlinkClick r:id="rId6"/>
          </p:cNvPr>
          <p:cNvSpPr/>
          <p:nvPr/>
        </p:nvSpPr>
        <p:spPr>
          <a:xfrm>
            <a:off x="5632704" y="5669280"/>
            <a:ext cx="3968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21240" y="5804794"/>
            <a:ext cx="1554480" cy="4422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921240" y="5804794"/>
            <a:ext cx="1554480" cy="442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hrs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A6B8C"/>
                </a:solidFill>
                <a:latin typeface="Calibri"/>
                <a:ea typeface="Calibri"/>
                <a:cs typeface="Calibri"/>
              </a:rPr>
              <a:t>TRACK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0" y="5577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84080" y="9235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0881360" cy="1083564"/>
          </a:xfrm>
          <a:prstGeom prst="roundRect">
            <a:avLst>
              <a:gd name="adj" fmla="val 675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4352544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04104" y="1701424"/>
            <a:ext cx="0" cy="6067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0" name="Text 8">
            <a:hlinkClick r:id="rId3"/>
          </p:cNvPr>
          <p:cNvSpPr/>
          <p:nvPr/>
        </p:nvSpPr>
        <p:spPr>
          <a:xfrm>
            <a:off x="5632704" y="1463040"/>
            <a:ext cx="3968496" cy="10835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u="sng" dirty="0">
                <a:solidFill>
                  <a:srgbClr val="3B5BDB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 (till Q4) - first 32 videos​</a:t>
            </a:r>
            <a:endParaRPr lang="en-US" sz="1200" u="sng">
              <a:solidFill>
                <a:srgbClr val="3B5BDB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921240" y="172135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921240" y="172135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674620"/>
            <a:ext cx="10881360" cy="1083564"/>
          </a:xfrm>
          <a:prstGeom prst="roundRect">
            <a:avLst>
              <a:gd name="adj" fmla="val 6751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74620"/>
            <a:ext cx="4352544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04104" y="2913004"/>
            <a:ext cx="0" cy="6067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6" name="Text 14">
            <a:hlinkClick r:id="rId4"/>
          </p:cNvPr>
          <p:cNvSpPr/>
          <p:nvPr/>
        </p:nvSpPr>
        <p:spPr>
          <a:xfrm>
            <a:off x="5632704" y="2674620"/>
            <a:ext cx="3968496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playlist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21240" y="293293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293293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881360" cy="1083564"/>
          </a:xfrm>
          <a:prstGeom prst="roundRect">
            <a:avLst>
              <a:gd name="adj" fmla="val 6751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86200"/>
            <a:ext cx="4352544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04104" y="4124584"/>
            <a:ext cx="0" cy="6067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22" name="Text 20">
            <a:hlinkClick r:id="rId5"/>
          </p:cNvPr>
          <p:cNvSpPr/>
          <p:nvPr/>
        </p:nvSpPr>
        <p:spPr>
          <a:xfrm>
            <a:off x="5632704" y="3886200"/>
            <a:ext cx="3968496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414451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414451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097780"/>
            <a:ext cx="10881360" cy="1083564"/>
          </a:xfrm>
          <a:prstGeom prst="roundRect">
            <a:avLst>
              <a:gd name="adj" fmla="val 6751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97780"/>
            <a:ext cx="4352544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to Table Mapping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04104" y="5336164"/>
            <a:ext cx="0" cy="606796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28" name="Text 26">
            <a:hlinkClick r:id="rId6"/>
          </p:cNvPr>
          <p:cNvSpPr/>
          <p:nvPr/>
        </p:nvSpPr>
        <p:spPr>
          <a:xfrm>
            <a:off x="5632704" y="5097780"/>
            <a:ext cx="3968496" cy="108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video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21240" y="535609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535609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36</cp:revision>
  <dcterms:created xsi:type="dcterms:W3CDTF">2026-08-01T11:19:22Z</dcterms:created>
  <dcterms:modified xsi:type="dcterms:W3CDTF">2026-08-13T07:50:56Z</dcterms:modified>
</cp:coreProperties>
</file>